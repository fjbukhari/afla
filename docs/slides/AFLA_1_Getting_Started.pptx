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first deck gets everyone from an empty laptop to a first finished AFLA report. No Linux experience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AFLA is not a new app. It is a set of workflows that EPI2ME Desktop runs, exactly like its own Nanopore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with the class. While it runs, explain what each step does using the pipeline slide in deck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188720" cy="1188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474013"/>
            <a:ext cx="618134" cy="6181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A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BEGINNER GUIDE 1 OF 3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AFLA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80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and DNBSEQ panels and exomes in EPI2ME Desktop: install, set up, first run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research use only · not for clinical diagnosis or patient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AFLA?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EPI2ME experience, for short-read sequencing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app you know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EPI2ME Desktop runs Nanopore workflows. AFLA adds workflows for Illumina / DNBSEQ reads: pick files, click Run, read a report.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Germline and somatic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23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disease (single patients, trios) and tumours (tumour-only or tumour + normal). Panels and exomes.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292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any starting point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FASTQ, aligned BAM/CRAM, or just a VCF from a provider, Galaxy, DRAGEN or Nanopore.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2921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teaching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report, ACMG/AMP evidence panel, exercise mode for students, printable case report.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programs on one Windows laptop, and what they produce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EPI2ME Desktop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you click in: forms, progress, report viewer.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52344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83864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52344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Desktop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each tool (bwa, GATK, VEP...) in a sealed "container": no manual installs.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47488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79008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WSL2 Ubuntu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inside Windows. Holds the AFLA code and the helper scripts.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42632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4152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42632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folder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genome and databases (ClinVar, gnomAD, REVEL...) in one folder.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37776" y="182880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report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afla-report.html: opens in EPI2ME or any browser, even offline.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16-core, 64 GB laptop; runs on smaller machines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 (16 is comfortable for exomes)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GB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minimum; 16 GB+ better. Detected automatically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GB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disk for resources (25 GB with the lean option), plus your 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all tools free; some databases free for non-commercial use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112471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(or macOS/Linux), EPI2ME Desktop, Docker Desktop, WSL2 Ubuntu.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NVIDIA GPU (DeepVariant runs faster), Claude Code in Ubuntu as a helper.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installing and downloading databases; analysis runs offline.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in five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instructions: docs/INSTALL.md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WSL2 Ubuntu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(admin):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--install -d Ubuntu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set memory in C:\Users\you\.wslconfig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52344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83864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52344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Desktop. Tick "Use WSL 2 engine" and WSL integration for Ubuntu. Test: docker run hello-world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47488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79008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EPI2ME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EPI2ME Desktop from the Nanopore website and open it once.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42632" y="182880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4152" y="214884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42632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AFLA code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Ubuntu: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... afla.git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INSTALL.md for the exact line)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37776" y="182880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24612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scripts/afla-setup.sh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each big download.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users: install only the WINDOWS NVIDIA driver, never a Linux one inside Ubuntu. Check with scripts/afla-gpu-check.sh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resources folder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fills it; EPI2ME finds everything inside it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inside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GRCh38 genome (no-alt analysis set) + bwa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vep/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 VEP 115 cache (genes + gnomAD v4.1 frequencies), FASTA, plugins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clinvar/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ClinVar variants + amino-acid index for ACMG PS1/PM5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revel/, alphamissense/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Missense prediction scores (non-commercial licences)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constraint/, hpo/, panelapp/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tolerance, phenotype ontology, expert gene panels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somatic/, civic/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Mutect2 germline resource + panel of normals; CIViC cancer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737360"/>
            <a:ext cx="1097280" cy="109728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07" y="2000707"/>
            <a:ext cx="570586" cy="57058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0" y="3108960"/>
            <a:ext cx="34747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any time: files already there are kept.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refreshes when older than 60 days.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folder to other computers on a USB disk.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--lean skips the 30 GB VEP cache.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AFLA into EPI2ME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laptop: install script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Ubuntu run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scripts/install-epi2me.sh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EPI2ME: "AFLA germline" and "AFLA somatic" appear. Re-run after every update (git pull).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computer: import from GitHub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688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EPI2ME → Workflows → Import workflow → paste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github.com/fjbukhari/afla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"AFLA germline"; its form has an Analysis mode switch for somatic.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computers: minimum 4 cores and 12 GB RAM; CPU and memory are detected automatically.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 available? Make the VCF on usegalaxy.eu, then start AFLA from the VCF.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analysis start?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input; AFLA skips what is already done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FASTQ folder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reads (*_R1_001.fastq.gz + *_R2_001.fastq.gz). Everything runs: QC, alignment, calling, CNV, annotation, report.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828800"/>
            <a:ext cx="548640" cy="54864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BAM / CRAM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4688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already aligned to GRCh38. Alignment is skipped; coverage, calling, CNV and report run.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9604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VCF file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from anywhere (provider, Galaxy, DRAGEN, Nanopore). Annotation, ACMG/tiers and report only.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GRCh38 only. Set "Resources folder" and the rest is found for you.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regions (BED):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 kit or panel file from the vendor. Needed for CNV and TMB.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names: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 or "+"; files are read where they are, never copied.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library do you have?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chemistry decides two switches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set in the 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capture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SureSelect, Twist, IDT xGen, KAPA HyperCap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+ kit BED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Tagmentation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 DNA Prep (with Enrichment), Nextera Flex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+ BED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TruSeq, KAPA HyperPrep, MGI/BGI libraries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+ BED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Amplicon (PCR)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AmpliSeq, TruSight/TSCA, QIAseq, CleanPlex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 "Amplicon panel" + give the primer BED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UMI libraries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QIAseq, xGen Prism, Twist UMI, Agilent XT 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UMIs = inline (+ read structure) or read_name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amplicon mode?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reads all start at the primers, so "duplicates" are real data, and primer bases must be clipped.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UMIs?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one original molecule are merged into one consensus read: errors vanish, 1-5% variants become believable.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run (15 minutes)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practice data: the GIAB Ashkenazi trio, chromosome 20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scripts/afla-testdata.sh /mnt/c/Users/you/afla-testdata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52344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83864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52344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form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EPI2ME → AFLA germline → Run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47488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79008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5 fields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 folder, Sample sheet (trio.csv), Resources folder, Reference (chr20.fa), Target regions (chr20.targets.bed)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42632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4152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42632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progress; it finishes in about 15 minutes.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37776" y="173736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report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EPI2ME Report tab, or afla-report.html in any browser.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goes wrong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paired FASTQ files found"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chose the wrong folder: the message lists what is there. Pick the folder with the _R1/_R2 files.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"... is an index file; using ..."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Fine: you picked a .fai/.tbi; the file next to it is used.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bwa index found"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reference from afla-setup.sh, or tick "Build bwa index" once (1 hour).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stops: out of memory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other programs; raise memory in .wslconfig; or lower "Maximum memory".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DeepVariant fails at once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not visible to Docker: run afla-gpu-check.sh, or untick "Use the GPU".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filling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"work" folder of finished runs.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ln -sf ~/.local/bin/claude /usr/local/bin/claude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will meet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glossary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reads with quality scores, straight from the sequencer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 / CRAM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placed (aligned) on the reference genome; CRAM is the smaller format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variants: position, change, genotype, quality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(×)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reads cover a base; exomes aim for ≥ 100× mean, ≥ 20× almost everywhere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allele fraction: share of reads with the change (germline ≈ 50% or 100%; tumours lower)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gnomAD AF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common the variant is in the population (&gt;1% is too common for most rare diseases)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HGVS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variant names: c. (cDNA) and p. (protein), e.g. c.1799T&gt;A p.Val600Glu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1558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practice from day one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research only: never report results for patient care.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pseudonymous sample names (no names, no hospital numbers).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licences: REVEL, AlphaMissense, SpliceAI, COSMIC, OncoKB are non-commercial.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versions: the report lists every tool and database used.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deck 2 (germline analysis) and deck 3 (somatic analysis).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AFLA 1: Getting started</dc:title>
  <dc:subject>PptxGenJS Presentation</dc:subject>
  <dc:creator>AFLA project</dc:creator>
  <cp:lastModifiedBy>AFLA project</cp:lastModifiedBy>
  <cp:revision>1</cp:revision>
  <dcterms:created xsi:type="dcterms:W3CDTF">2026-09-29T19:14:40Z</dcterms:created>
  <dcterms:modified xsi:type="dcterms:W3CDTF">2026-09-29T19:14:40Z</dcterms:modified>
</cp:coreProperties>
</file>