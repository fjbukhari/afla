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188720" cy="1188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4740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A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BEGINNER GUIDE 3 OF 3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Somatic (tumour) analysis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variants, UMIs and amplicons, tumour-only vs paired, TMB, MSI, evidence and tiers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research use only · not for clinical diagnosis or patient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 vs somatic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reads, different questions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variant 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cell, from conception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in tumour cells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50% (het) or 100% (hom)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anything: 1-60%, depends on purity and clonality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GATK HaplotypeCaller / DeepVariant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GATK Mutect2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needed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20× per 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≥ 200-500× for panels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 variant in low coverage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calling artefacts or germline variants as somatic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ACMG/AMP pathogenicity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AMP/ASCO/CAP tiers (clinical actionability)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tumour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EPI2ME → AFLA somatic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FASTQ/BAM; add the normal (blood) sample if you have it.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sheet: roles tumour/normal with the same family (patient) ID, or type the normal's name.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Amplicon? tick it + primer BED. UMIs? inline or read_name.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Tumour type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e.g. "colorectal cancer": evidence in the same tumour type → tier I.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73736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Mutect2, CNV, MSI, TMB, evidence, tiers, report.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Amplicons and UMIs, simply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chemistries that change the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clipping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bases copy the oligo, not the patient. AFLA soft-clips them using the primer BED, so they cannot hide or fake variants at amplicon ends. In a test, 335,038 reads were clipped with 98% amplicon uniformity.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UMI consensus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68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original DNA molecule carries a barcode (UMI). Reads with the same UMI are merged: random PCR and sequencing errors disappear. In a simulation, AFLA recovered the planted families of 1-4 reads exactly.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structures: "8M+T 8M+T" = 8-base UMI on both reads; "+T 12M11S+T" = QIAseq (UMI + spacer on read 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manifest → primer BED: python3 scripts/manifest_to_primers.py manifest.txt mypanel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Tumour-only or tumour + normal?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sample is the best germline filter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Tumour + matched normal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also in the normal are inherited, not tumour. Most reliable; needed for accurate TMB.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Tumour-only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688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variants must be guessed from gnomAD, the panel of normals and VAF. AFLA shows an "origin hint": somatic candidate / possible germline (VAF) / likely germline (population).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data: an in-silico "tumour" made by mixing 20% of one person's reads into another's. Their private variants appear at ≈10-15% VAF, and common polymorphisms are correctly rejected as germline.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Tumour-level biomarkers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and MSI in the Quality tab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s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report: QC tiles, base-change spectrum, TMB, MSI, tiers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mutations per Mb. Panels &lt; 1 Mb are imprecise; tumour-only inflates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unstable microsatellites (msisensor-pro). Cut-offs must be calibrated per assay.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Base-change spectrum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dominant unusual change (e.g. T&gt;C) points to artefacts.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Tiers: how actionable is a variant?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AMP/ASCO/CAP 2017, suggested by AFLA, decided by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694944" cy="69494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clinical significance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37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A/B evidence (CIViC) or OncoKB level 1/2 in THIS tumour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52928"/>
            <a:ext cx="694944" cy="69494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529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clinical significance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in another tumour type, level C/D, OncoKB 3/4, recurrent COSMIC hotspot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50208"/>
            <a:ext cx="694944" cy="694944"/>
          </a:xfrm>
          <a:prstGeom prst="ellipse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502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31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significance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found, rare in the population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47488"/>
            <a:ext cx="694944" cy="69494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0474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029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or likely benign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029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the population (≥ 1%) or ClinVar benign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 tab (somatic)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origin hint and evidence in one 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s_vari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Presets: Tier I-II, Somatic candidates, All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hint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candidate vs likely germline.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see why.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items, OncoKB level, COSMIC count.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row: evidence table with therapies and links.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sources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 for education; some need registration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(CC0) expert-curated cancer evidence: therapies, diagnosis, prognosis. Downloaded by afla-setup.sh.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oncology knowledge base. Free academic token; queried online during the run.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292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mutation is seen in cancers. Free for academic use after registration; you download it.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292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ClinVar somatic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Oncogenicity and clinical-impact classifications (ONC/SCI fields) in the same ClinVar file.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number and fusions in tumours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Amplifications, deletions, rearrangements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CNV (CNVkit)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Gains/losses vs the normal (or other normals). Strong amplifications/deletions are matched to CIViC (e.g. ERBB2 amplification). Purity dilutes log2 ratios.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Fusions (Manta)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688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Translocations between two genes appear as fusion candidates, only if the breakpoint lies near baited regions. Confirm by RNA or FISH.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Exome/panel CNV is screening-level: confirm clinically relevant changes by another method.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fusion panels (e.g. anchored multiplex PCR) are not supported yet.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through, then discuss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somatic on the practice tumour + normal (samples.csv).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looking: what VAF do you expect for a 20% contamination?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column, origin hints, TMB and MSI.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tier I-IV each; remove the tumour type and compare.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73736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findings, write interpretation, print the somatic case report.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Somatic pitfalls to remember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Tumour-only cannot prove a variant is somatic: consider a germline test for hereditary cancer genes.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VAF + one dominant base change or strand-bias = suspect artefact (FFPE, PCR).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matters: a 30% tumour gives ≈15% VAF for heterozygous clonal variants.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and MSI thresholds are assay-specific; panels under 1 Mb are imprecise.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are suggestions from databases; actionability needs a tumour board.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AFLA 3: Somatic analysis</dc:title>
  <dc:subject>PptxGenJS Presentation</dc:subject>
  <dc:creator>AFLA project</dc:creator>
  <cp:lastModifiedBy>AFLA project</cp:lastModifiedBy>
  <cp:revision>1</cp:revision>
  <dcterms:created xsi:type="dcterms:W3CDTF">2026-09-29T19:14:40Z</dcterms:created>
  <dcterms:modified xsi:type="dcterms:W3CDTF">2026-09-29T19:14:40Z</dcterms:modified>
</cp:coreProperties>
</file>